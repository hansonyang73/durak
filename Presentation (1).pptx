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ED2A0D-95E8-4431-BF5D-66D3D48212C8}" v="188" dt="2025-12-10T20:10:54.194"/>
    <p1510:client id="{CCAFAA45-E6BC-DE96-1328-E9EAB90DC36E}" v="2433" dt="2025-12-10T21:09:06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n Cherniavsky" userId="59e070c4-c66a-4d7f-a6ee-3e777f5aa736" providerId="ADAL" clId="{76826104-0EC7-40B1-A035-B4C49AFDA701}"/>
    <pc:docChg chg="custSel modSld">
      <pc:chgData name="Shon Cherniavsky" userId="59e070c4-c66a-4d7f-a6ee-3e777f5aa736" providerId="ADAL" clId="{76826104-0EC7-40B1-A035-B4C49AFDA701}" dt="2025-12-10T20:10:54.194" v="187" actId="20577"/>
      <pc:docMkLst>
        <pc:docMk/>
      </pc:docMkLst>
      <pc:sldChg chg="modSp mod">
        <pc:chgData name="Shon Cherniavsky" userId="59e070c4-c66a-4d7f-a6ee-3e777f5aa736" providerId="ADAL" clId="{76826104-0EC7-40B1-A035-B4C49AFDA701}" dt="2025-12-10T20:10:54.194" v="187" actId="20577"/>
        <pc:sldMkLst>
          <pc:docMk/>
          <pc:sldMk cId="2876132605" sldId="256"/>
        </pc:sldMkLst>
        <pc:spChg chg="mod">
          <ac:chgData name="Shon Cherniavsky" userId="59e070c4-c66a-4d7f-a6ee-3e777f5aa736" providerId="ADAL" clId="{76826104-0EC7-40B1-A035-B4C49AFDA701}" dt="2025-12-10T20:10:20.514" v="5" actId="20577"/>
          <ac:spMkLst>
            <pc:docMk/>
            <pc:sldMk cId="2876132605" sldId="256"/>
            <ac:spMk id="2" creationId="{D27E739F-13AC-E44F-82FE-AECCDEA0BDB7}"/>
          </ac:spMkLst>
        </pc:spChg>
        <pc:spChg chg="mod">
          <ac:chgData name="Shon Cherniavsky" userId="59e070c4-c66a-4d7f-a6ee-3e777f5aa736" providerId="ADAL" clId="{76826104-0EC7-40B1-A035-B4C49AFDA701}" dt="2025-12-10T20:10:54.194" v="187" actId="20577"/>
          <ac:spMkLst>
            <pc:docMk/>
            <pc:sldMk cId="2876132605" sldId="256"/>
            <ac:spMk id="3" creationId="{F80B01F2-D909-4CD9-BE56-74022BE303CF}"/>
          </ac:spMkLst>
        </pc:spChg>
      </pc:sldChg>
    </pc:docChg>
  </pc:docChgLst>
  <pc:docChgLst>
    <pc:chgData name="Hanson Yang" userId="S::6323527@edu.vaniercollege.qc.ca::8e2501c0-652f-4f3e-9fa8-124f49133a16" providerId="AD" clId="Web-{CCAFAA45-E6BC-DE96-1328-E9EAB90DC36E}"/>
    <pc:docChg chg="addSld delSld modSld sldOrd">
      <pc:chgData name="Hanson Yang" userId="S::6323527@edu.vaniercollege.qc.ca::8e2501c0-652f-4f3e-9fa8-124f49133a16" providerId="AD" clId="Web-{CCAFAA45-E6BC-DE96-1328-E9EAB90DC36E}" dt="2025-12-10T21:09:22.673" v="2420"/>
      <pc:docMkLst>
        <pc:docMk/>
      </pc:docMkLst>
      <pc:sldChg chg="modSp">
        <pc:chgData name="Hanson Yang" userId="S::6323527@edu.vaniercollege.qc.ca::8e2501c0-652f-4f3e-9fa8-124f49133a16" providerId="AD" clId="Web-{CCAFAA45-E6BC-DE96-1328-E9EAB90DC36E}" dt="2025-12-10T20:12:12.462" v="95" actId="20577"/>
        <pc:sldMkLst>
          <pc:docMk/>
          <pc:sldMk cId="2876132605" sldId="256"/>
        </pc:sldMkLst>
        <pc:spChg chg="mod">
          <ac:chgData name="Hanson Yang" userId="S::6323527@edu.vaniercollege.qc.ca::8e2501c0-652f-4f3e-9fa8-124f49133a16" providerId="AD" clId="Web-{CCAFAA45-E6BC-DE96-1328-E9EAB90DC36E}" dt="2025-12-10T20:10:59.555" v="59" actId="20577"/>
          <ac:spMkLst>
            <pc:docMk/>
            <pc:sldMk cId="2876132605" sldId="256"/>
            <ac:spMk id="2" creationId="{D27E739F-13AC-E44F-82FE-AECCDEA0BDB7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0:12:12.462" v="95" actId="20577"/>
          <ac:spMkLst>
            <pc:docMk/>
            <pc:sldMk cId="2876132605" sldId="256"/>
            <ac:spMk id="3" creationId="{F80B01F2-D909-4CD9-BE56-74022BE303CF}"/>
          </ac:spMkLst>
        </pc:spChg>
      </pc:sldChg>
      <pc:sldChg chg="modSp new">
        <pc:chgData name="Hanson Yang" userId="S::6323527@edu.vaniercollege.qc.ca::8e2501c0-652f-4f3e-9fa8-124f49133a16" providerId="AD" clId="Web-{CCAFAA45-E6BC-DE96-1328-E9EAB90DC36E}" dt="2025-12-10T20:47:59.110" v="1235" actId="20577"/>
        <pc:sldMkLst>
          <pc:docMk/>
          <pc:sldMk cId="3165336928" sldId="257"/>
        </pc:sldMkLst>
        <pc:spChg chg="mod">
          <ac:chgData name="Hanson Yang" userId="S::6323527@edu.vaniercollege.qc.ca::8e2501c0-652f-4f3e-9fa8-124f49133a16" providerId="AD" clId="Web-{CCAFAA45-E6BC-DE96-1328-E9EAB90DC36E}" dt="2025-12-10T20:14:44.916" v="108" actId="20577"/>
          <ac:spMkLst>
            <pc:docMk/>
            <pc:sldMk cId="3165336928" sldId="257"/>
            <ac:spMk id="2" creationId="{5BB0B007-9D37-413F-C16F-D03C90039D1B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0:47:59.110" v="1235" actId="20577"/>
          <ac:spMkLst>
            <pc:docMk/>
            <pc:sldMk cId="3165336928" sldId="257"/>
            <ac:spMk id="3" creationId="{806FBF0D-B6D4-1E9B-834F-1C872BA877FC}"/>
          </ac:spMkLst>
        </pc:spChg>
      </pc:sldChg>
      <pc:sldChg chg="addSp delSp modSp new ord">
        <pc:chgData name="Hanson Yang" userId="S::6323527@edu.vaniercollege.qc.ca::8e2501c0-652f-4f3e-9fa8-124f49133a16" providerId="AD" clId="Web-{CCAFAA45-E6BC-DE96-1328-E9EAB90DC36E}" dt="2025-12-10T20:18:24.997" v="275"/>
        <pc:sldMkLst>
          <pc:docMk/>
          <pc:sldMk cId="2306912195" sldId="258"/>
        </pc:sldMkLst>
        <pc:spChg chg="del">
          <ac:chgData name="Hanson Yang" userId="S::6323527@edu.vaniercollege.qc.ca::8e2501c0-652f-4f3e-9fa8-124f49133a16" providerId="AD" clId="Web-{CCAFAA45-E6BC-DE96-1328-E9EAB90DC36E}" dt="2025-12-10T20:18:19.013" v="272"/>
          <ac:spMkLst>
            <pc:docMk/>
            <pc:sldMk cId="2306912195" sldId="258"/>
            <ac:spMk id="2" creationId="{26F9A074-3613-C6CB-3D31-5B58DD4B37BB}"/>
          </ac:spMkLst>
        </pc:spChg>
        <pc:spChg chg="del">
          <ac:chgData name="Hanson Yang" userId="S::6323527@edu.vaniercollege.qc.ca::8e2501c0-652f-4f3e-9fa8-124f49133a16" providerId="AD" clId="Web-{CCAFAA45-E6BC-DE96-1328-E9EAB90DC36E}" dt="2025-12-10T20:17:16.542" v="265"/>
          <ac:spMkLst>
            <pc:docMk/>
            <pc:sldMk cId="2306912195" sldId="258"/>
            <ac:spMk id="3" creationId="{DBEDF909-9960-837D-8B38-D09FB6127C4B}"/>
          </ac:spMkLst>
        </pc:spChg>
        <pc:spChg chg="add del mod">
          <ac:chgData name="Hanson Yang" userId="S::6323527@edu.vaniercollege.qc.ca::8e2501c0-652f-4f3e-9fa8-124f49133a16" providerId="AD" clId="Web-{CCAFAA45-E6BC-DE96-1328-E9EAB90DC36E}" dt="2025-12-10T20:18:23.669" v="274"/>
          <ac:spMkLst>
            <pc:docMk/>
            <pc:sldMk cId="2306912195" sldId="258"/>
            <ac:spMk id="6" creationId="{8D25A295-DC74-5002-8CDB-006A7A5BED93}"/>
          </ac:spMkLst>
        </pc:spChg>
        <pc:picChg chg="add del mod ord">
          <ac:chgData name="Hanson Yang" userId="S::6323527@edu.vaniercollege.qc.ca::8e2501c0-652f-4f3e-9fa8-124f49133a16" providerId="AD" clId="Web-{CCAFAA45-E6BC-DE96-1328-E9EAB90DC36E}" dt="2025-12-10T20:18:14.638" v="271"/>
          <ac:picMkLst>
            <pc:docMk/>
            <pc:sldMk cId="2306912195" sldId="258"/>
            <ac:picMk id="4" creationId="{92A7A1AB-4ED0-5C90-AC64-F096929A2002}"/>
          </ac:picMkLst>
        </pc:picChg>
        <pc:picChg chg="add mod">
          <ac:chgData name="Hanson Yang" userId="S::6323527@edu.vaniercollege.qc.ca::8e2501c0-652f-4f3e-9fa8-124f49133a16" providerId="AD" clId="Web-{CCAFAA45-E6BC-DE96-1328-E9EAB90DC36E}" dt="2025-12-10T20:18:24.997" v="275"/>
          <ac:picMkLst>
            <pc:docMk/>
            <pc:sldMk cId="2306912195" sldId="258"/>
            <ac:picMk id="7" creationId="{6DD046CE-9FCE-8811-8C1C-A1D96CE8BAE2}"/>
          </ac:picMkLst>
        </pc:picChg>
      </pc:sldChg>
      <pc:sldChg chg="modSp new">
        <pc:chgData name="Hanson Yang" userId="S::6323527@edu.vaniercollege.qc.ca::8e2501c0-652f-4f3e-9fa8-124f49133a16" providerId="AD" clId="Web-{CCAFAA45-E6BC-DE96-1328-E9EAB90DC36E}" dt="2025-12-10T21:07:08.435" v="2350" actId="20577"/>
        <pc:sldMkLst>
          <pc:docMk/>
          <pc:sldMk cId="290629390" sldId="259"/>
        </pc:sldMkLst>
        <pc:spChg chg="mod">
          <ac:chgData name="Hanson Yang" userId="S::6323527@edu.vaniercollege.qc.ca::8e2501c0-652f-4f3e-9fa8-124f49133a16" providerId="AD" clId="Web-{CCAFAA45-E6BC-DE96-1328-E9EAB90DC36E}" dt="2025-12-10T21:05:30.685" v="2293" actId="20577"/>
          <ac:spMkLst>
            <pc:docMk/>
            <pc:sldMk cId="290629390" sldId="259"/>
            <ac:spMk id="2" creationId="{9DEFF2D0-2654-F156-2AB2-F4B1B6C34F15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1:07:08.435" v="2350" actId="20577"/>
          <ac:spMkLst>
            <pc:docMk/>
            <pc:sldMk cId="290629390" sldId="259"/>
            <ac:spMk id="3" creationId="{594DF6EB-FD3D-35D7-3CDB-299035F0BC67}"/>
          </ac:spMkLst>
        </pc:spChg>
      </pc:sldChg>
      <pc:sldChg chg="addSp delSp modSp new mod setBg">
        <pc:chgData name="Hanson Yang" userId="S::6323527@edu.vaniercollege.qc.ca::8e2501c0-652f-4f3e-9fa8-124f49133a16" providerId="AD" clId="Web-{CCAFAA45-E6BC-DE96-1328-E9EAB90DC36E}" dt="2025-12-10T20:50:22.611" v="1237"/>
        <pc:sldMkLst>
          <pc:docMk/>
          <pc:sldMk cId="3353581464" sldId="260"/>
        </pc:sldMkLst>
        <pc:spChg chg="mod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2" creationId="{44C8275C-DF17-215B-81D4-0CE19A048C25}"/>
          </ac:spMkLst>
        </pc:spChg>
        <pc:spChg chg="add del mod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3" creationId="{72F90CB7-A4CE-C11D-2F5F-85B72CF6157C}"/>
          </ac:spMkLst>
        </pc:spChg>
        <pc:spChg chg="add del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9" creationId="{BACC6370-2D7E-4714-9D71-7542949D7D5D}"/>
          </ac:spMkLst>
        </pc:spChg>
        <pc:spChg chg="add del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11" creationId="{256B2C21-A230-48C0-8DF1-C46611373C44}"/>
          </ac:spMkLst>
        </pc:spChg>
        <pc:spChg chg="add del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13" creationId="{3847E18C-932D-4C95-AABA-FEC7C9499AD7}"/>
          </ac:spMkLst>
        </pc:spChg>
        <pc:spChg chg="add del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15" creationId="{3150CB11-0C61-439E-910F-5787759E72A0}"/>
          </ac:spMkLst>
        </pc:spChg>
        <pc:spChg chg="add del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17" creationId="{43F8A58B-5155-44CE-A5FF-7647B47D0A7A}"/>
          </ac:spMkLst>
        </pc:spChg>
        <pc:spChg chg="add del">
          <ac:chgData name="Hanson Yang" userId="S::6323527@edu.vaniercollege.qc.ca::8e2501c0-652f-4f3e-9fa8-124f49133a16" providerId="AD" clId="Web-{CCAFAA45-E6BC-DE96-1328-E9EAB90DC36E}" dt="2025-12-10T20:50:22.611" v="1237"/>
          <ac:spMkLst>
            <pc:docMk/>
            <pc:sldMk cId="3353581464" sldId="260"/>
            <ac:spMk id="19" creationId="{443F2ACA-E6D6-4028-82DD-F03C262D5DE6}"/>
          </ac:spMkLst>
        </pc:spChg>
        <pc:graphicFrameChg chg="add del">
          <ac:chgData name="Hanson Yang" userId="S::6323527@edu.vaniercollege.qc.ca::8e2501c0-652f-4f3e-9fa8-124f49133a16" providerId="AD" clId="Web-{CCAFAA45-E6BC-DE96-1328-E9EAB90DC36E}" dt="2025-12-10T20:50:22.611" v="1237"/>
          <ac:graphicFrameMkLst>
            <pc:docMk/>
            <pc:sldMk cId="3353581464" sldId="260"/>
            <ac:graphicFrameMk id="5" creationId="{143EBAC5-3E67-5A99-B14A-63DB3F7EC9DC}"/>
          </ac:graphicFrameMkLst>
        </pc:graphicFrameChg>
      </pc:sldChg>
      <pc:sldChg chg="modSp new">
        <pc:chgData name="Hanson Yang" userId="S::6323527@edu.vaniercollege.qc.ca::8e2501c0-652f-4f3e-9fa8-124f49133a16" providerId="AD" clId="Web-{CCAFAA45-E6BC-DE96-1328-E9EAB90DC36E}" dt="2025-12-10T21:01:15.168" v="1922" actId="20577"/>
        <pc:sldMkLst>
          <pc:docMk/>
          <pc:sldMk cId="3336130360" sldId="261"/>
        </pc:sldMkLst>
        <pc:spChg chg="mod">
          <ac:chgData name="Hanson Yang" userId="S::6323527@edu.vaniercollege.qc.ca::8e2501c0-652f-4f3e-9fa8-124f49133a16" providerId="AD" clId="Web-{CCAFAA45-E6BC-DE96-1328-E9EAB90DC36E}" dt="2025-12-10T20:33:43.318" v="1153" actId="20577"/>
          <ac:spMkLst>
            <pc:docMk/>
            <pc:sldMk cId="3336130360" sldId="261"/>
            <ac:spMk id="2" creationId="{F011F9E7-06CF-2804-8A35-5BC7B5FF168A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1:01:15.168" v="1922" actId="20577"/>
          <ac:spMkLst>
            <pc:docMk/>
            <pc:sldMk cId="3336130360" sldId="261"/>
            <ac:spMk id="3" creationId="{1D243C55-59CB-AABE-E20E-48F93E2C807D}"/>
          </ac:spMkLst>
        </pc:spChg>
      </pc:sldChg>
      <pc:sldChg chg="modSp new">
        <pc:chgData name="Hanson Yang" userId="S::6323527@edu.vaniercollege.qc.ca::8e2501c0-652f-4f3e-9fa8-124f49133a16" providerId="AD" clId="Web-{CCAFAA45-E6BC-DE96-1328-E9EAB90DC36E}" dt="2025-12-10T20:57:20.838" v="1693" actId="14100"/>
        <pc:sldMkLst>
          <pc:docMk/>
          <pc:sldMk cId="2958776878" sldId="262"/>
        </pc:sldMkLst>
        <pc:spChg chg="mod">
          <ac:chgData name="Hanson Yang" userId="S::6323527@edu.vaniercollege.qc.ca::8e2501c0-652f-4f3e-9fa8-124f49133a16" providerId="AD" clId="Web-{CCAFAA45-E6BC-DE96-1328-E9EAB90DC36E}" dt="2025-12-10T20:54:54.039" v="1439" actId="20577"/>
          <ac:spMkLst>
            <pc:docMk/>
            <pc:sldMk cId="2958776878" sldId="262"/>
            <ac:spMk id="2" creationId="{9DF5A6DF-42D7-35B0-0A9C-68CDE7305247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0:57:20.838" v="1693" actId="14100"/>
          <ac:spMkLst>
            <pc:docMk/>
            <pc:sldMk cId="2958776878" sldId="262"/>
            <ac:spMk id="3" creationId="{3C66997D-E791-004D-67D7-4B11EC839AFA}"/>
          </ac:spMkLst>
        </pc:spChg>
      </pc:sldChg>
      <pc:sldChg chg="modSp new">
        <pc:chgData name="Hanson Yang" userId="S::6323527@edu.vaniercollege.qc.ca::8e2501c0-652f-4f3e-9fa8-124f49133a16" providerId="AD" clId="Web-{CCAFAA45-E6BC-DE96-1328-E9EAB90DC36E}" dt="2025-12-10T20:59:46.386" v="1861" actId="20577"/>
        <pc:sldMkLst>
          <pc:docMk/>
          <pc:sldMk cId="1547460705" sldId="263"/>
        </pc:sldMkLst>
        <pc:spChg chg="mod">
          <ac:chgData name="Hanson Yang" userId="S::6323527@edu.vaniercollege.qc.ca::8e2501c0-652f-4f3e-9fa8-124f49133a16" providerId="AD" clId="Web-{CCAFAA45-E6BC-DE96-1328-E9EAB90DC36E}" dt="2025-12-10T20:57:31.541" v="1701" actId="20577"/>
          <ac:spMkLst>
            <pc:docMk/>
            <pc:sldMk cId="1547460705" sldId="263"/>
            <ac:spMk id="2" creationId="{1A8ED2B5-A8D5-F577-10BF-01C810E10744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0:59:46.386" v="1861" actId="20577"/>
          <ac:spMkLst>
            <pc:docMk/>
            <pc:sldMk cId="1547460705" sldId="263"/>
            <ac:spMk id="3" creationId="{D703FA34-B61C-B6F4-ED4B-BD224478A167}"/>
          </ac:spMkLst>
        </pc:spChg>
      </pc:sldChg>
      <pc:sldChg chg="modSp new del ord">
        <pc:chgData name="Hanson Yang" userId="S::6323527@edu.vaniercollege.qc.ca::8e2501c0-652f-4f3e-9fa8-124f49133a16" providerId="AD" clId="Web-{CCAFAA45-E6BC-DE96-1328-E9EAB90DC36E}" dt="2025-12-10T21:05:34.123" v="2294"/>
        <pc:sldMkLst>
          <pc:docMk/>
          <pc:sldMk cId="3206213881" sldId="264"/>
        </pc:sldMkLst>
        <pc:spChg chg="mod">
          <ac:chgData name="Hanson Yang" userId="S::6323527@edu.vaniercollege.qc.ca::8e2501c0-652f-4f3e-9fa8-124f49133a16" providerId="AD" clId="Web-{CCAFAA45-E6BC-DE96-1328-E9EAB90DC36E}" dt="2025-12-10T21:01:36.434" v="1930" actId="20577"/>
          <ac:spMkLst>
            <pc:docMk/>
            <pc:sldMk cId="3206213881" sldId="264"/>
            <ac:spMk id="2" creationId="{6B37E639-CBCB-48D9-3309-43D45AAAD47B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1:05:09.716" v="2277" actId="20577"/>
          <ac:spMkLst>
            <pc:docMk/>
            <pc:sldMk cId="3206213881" sldId="264"/>
            <ac:spMk id="3" creationId="{DB47D925-4930-5FCA-3C42-C6CD6CFE2E8C}"/>
          </ac:spMkLst>
        </pc:spChg>
      </pc:sldChg>
      <pc:sldChg chg="addSp modSp new mod setBg">
        <pc:chgData name="Hanson Yang" userId="S::6323527@edu.vaniercollege.qc.ca::8e2501c0-652f-4f3e-9fa8-124f49133a16" providerId="AD" clId="Web-{CCAFAA45-E6BC-DE96-1328-E9EAB90DC36E}" dt="2025-12-10T21:09:22.673" v="2420"/>
        <pc:sldMkLst>
          <pc:docMk/>
          <pc:sldMk cId="3792824524" sldId="264"/>
        </pc:sldMkLst>
        <pc:spChg chg="mod">
          <ac:chgData name="Hanson Yang" userId="S::6323527@edu.vaniercollege.qc.ca::8e2501c0-652f-4f3e-9fa8-124f49133a16" providerId="AD" clId="Web-{CCAFAA45-E6BC-DE96-1328-E9EAB90DC36E}" dt="2025-12-10T21:09:22.673" v="2420"/>
          <ac:spMkLst>
            <pc:docMk/>
            <pc:sldMk cId="3792824524" sldId="264"/>
            <ac:spMk id="2" creationId="{62113714-E52A-6F9A-D349-A834F415A5F5}"/>
          </ac:spMkLst>
        </pc:spChg>
        <pc:spChg chg="mod">
          <ac:chgData name="Hanson Yang" userId="S::6323527@edu.vaniercollege.qc.ca::8e2501c0-652f-4f3e-9fa8-124f49133a16" providerId="AD" clId="Web-{CCAFAA45-E6BC-DE96-1328-E9EAB90DC36E}" dt="2025-12-10T21:09:22.673" v="2420"/>
          <ac:spMkLst>
            <pc:docMk/>
            <pc:sldMk cId="3792824524" sldId="264"/>
            <ac:spMk id="3" creationId="{1B4F9228-0E0E-EC26-266F-9DE2836FCB24}"/>
          </ac:spMkLst>
        </pc:spChg>
        <pc:spChg chg="add">
          <ac:chgData name="Hanson Yang" userId="S::6323527@edu.vaniercollege.qc.ca::8e2501c0-652f-4f3e-9fa8-124f49133a16" providerId="AD" clId="Web-{CCAFAA45-E6BC-DE96-1328-E9EAB90DC36E}" dt="2025-12-10T21:09:22.673" v="2420"/>
          <ac:spMkLst>
            <pc:docMk/>
            <pc:sldMk cId="3792824524" sldId="264"/>
            <ac:spMk id="9" creationId="{F13C74B1-5B17-4795-BED0-7140497B445A}"/>
          </ac:spMkLst>
        </pc:spChg>
        <pc:spChg chg="add">
          <ac:chgData name="Hanson Yang" userId="S::6323527@edu.vaniercollege.qc.ca::8e2501c0-652f-4f3e-9fa8-124f49133a16" providerId="AD" clId="Web-{CCAFAA45-E6BC-DE96-1328-E9EAB90DC36E}" dt="2025-12-10T21:09:22.673" v="2420"/>
          <ac:spMkLst>
            <pc:docMk/>
            <pc:sldMk cId="3792824524" sldId="264"/>
            <ac:spMk id="11" creationId="{D4974D33-8DC5-464E-8C6D-BE58F0669C17}"/>
          </ac:spMkLst>
        </pc:spChg>
        <pc:picChg chg="add mod">
          <ac:chgData name="Hanson Yang" userId="S::6323527@edu.vaniercollege.qc.ca::8e2501c0-652f-4f3e-9fa8-124f49133a16" providerId="AD" clId="Web-{CCAFAA45-E6BC-DE96-1328-E9EAB90DC36E}" dt="2025-12-10T21:09:22.673" v="2420"/>
          <ac:picMkLst>
            <pc:docMk/>
            <pc:sldMk cId="3792824524" sldId="264"/>
            <ac:picMk id="4" creationId="{5614022D-5629-0A91-95DD-4192EC0602BA}"/>
          </ac:picMkLst>
        </pc:picChg>
      </pc:sldChg>
      <pc:sldChg chg="addSp delSp modSp new mod setBg">
        <pc:chgData name="Hanson Yang" userId="S::6323527@edu.vaniercollege.qc.ca::8e2501c0-652f-4f3e-9fa8-124f49133a16" providerId="AD" clId="Web-{CCAFAA45-E6BC-DE96-1328-E9EAB90DC36E}" dt="2025-12-10T21:09:11.501" v="2419"/>
        <pc:sldMkLst>
          <pc:docMk/>
          <pc:sldMk cId="3263701430" sldId="265"/>
        </pc:sldMkLst>
        <pc:spChg chg="mod">
          <ac:chgData name="Hanson Yang" userId="S::6323527@edu.vaniercollege.qc.ca::8e2501c0-652f-4f3e-9fa8-124f49133a16" providerId="AD" clId="Web-{CCAFAA45-E6BC-DE96-1328-E9EAB90DC36E}" dt="2025-12-10T21:09:11.501" v="2419"/>
          <ac:spMkLst>
            <pc:docMk/>
            <pc:sldMk cId="3263701430" sldId="265"/>
            <ac:spMk id="2" creationId="{3B8ABB3B-5F37-0A28-CEA1-760ED0251623}"/>
          </ac:spMkLst>
        </pc:spChg>
        <pc:spChg chg="del">
          <ac:chgData name="Hanson Yang" userId="S::6323527@edu.vaniercollege.qc.ca::8e2501c0-652f-4f3e-9fa8-124f49133a16" providerId="AD" clId="Web-{CCAFAA45-E6BC-DE96-1328-E9EAB90DC36E}" dt="2025-12-10T21:09:11.501" v="2419"/>
          <ac:spMkLst>
            <pc:docMk/>
            <pc:sldMk cId="3263701430" sldId="265"/>
            <ac:spMk id="3" creationId="{397A515B-F927-C97C-E91E-4925DDA4CB4A}"/>
          </ac:spMkLst>
        </pc:spChg>
        <pc:spChg chg="add">
          <ac:chgData name="Hanson Yang" userId="S::6323527@edu.vaniercollege.qc.ca::8e2501c0-652f-4f3e-9fa8-124f49133a16" providerId="AD" clId="Web-{CCAFAA45-E6BC-DE96-1328-E9EAB90DC36E}" dt="2025-12-10T21:09:11.501" v="2419"/>
          <ac:spMkLst>
            <pc:docMk/>
            <pc:sldMk cId="3263701430" sldId="265"/>
            <ac:spMk id="9" creationId="{C1DD1A8A-57D5-4A81-AD04-532B043C5611}"/>
          </ac:spMkLst>
        </pc:spChg>
        <pc:spChg chg="add">
          <ac:chgData name="Hanson Yang" userId="S::6323527@edu.vaniercollege.qc.ca::8e2501c0-652f-4f3e-9fa8-124f49133a16" providerId="AD" clId="Web-{CCAFAA45-E6BC-DE96-1328-E9EAB90DC36E}" dt="2025-12-10T21:09:11.501" v="2419"/>
          <ac:spMkLst>
            <pc:docMk/>
            <pc:sldMk cId="3263701430" sldId="265"/>
            <ac:spMk id="11" creationId="{007891EC-4501-44ED-A8C8-B11B6DB767AB}"/>
          </ac:spMkLst>
        </pc:spChg>
        <pc:picChg chg="add">
          <ac:chgData name="Hanson Yang" userId="S::6323527@edu.vaniercollege.qc.ca::8e2501c0-652f-4f3e-9fa8-124f49133a16" providerId="AD" clId="Web-{CCAFAA45-E6BC-DE96-1328-E9EAB90DC36E}" dt="2025-12-10T21:09:11.501" v="2419"/>
          <ac:picMkLst>
            <pc:docMk/>
            <pc:sldMk cId="3263701430" sldId="265"/>
            <ac:picMk id="5" creationId="{5548F7C9-03D9-2FD2-6E9A-CE68D0D9F97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2B1B-A4CE-A473-288C-6408E5393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67FFD-124E-D509-EE0F-E17D13BF9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8B9E3-B9ED-E727-918C-80E51700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B7B89-B952-8FC3-71A2-A911AA0A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D1D3C-A498-4CFE-943B-FC54C1AE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7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B431-EC0C-2A77-68BB-61993AF8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11A2-34DC-A634-95BC-5880DF824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77854-BAC9-331F-E191-E68D7F81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957F5-F770-C4A7-A648-74D76A47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1A01E-909D-B6F1-BD59-4978ACCD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1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18E9-34AD-84D4-F0D5-89CE67E1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26489-72C4-7D77-8256-453BE0B77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67CF-5312-6022-33F3-0C814FB0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DCC2-A201-06C8-C43E-1789CE33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36E50-3D9F-1F6B-3371-AFFAC3AD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4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0940-90F8-5878-5494-9A7E069E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1F3B1-97F4-C555-156F-6A02CF63E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0C8D8-3B5C-B2A9-A6BB-08973BCAA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669A5-38FC-D453-7D14-B2E2B0B5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BD259-5D9A-826E-C939-C4DE51B8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B9A0A-3529-B966-11E1-664026E7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1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368B-66AC-F7F7-5900-58362EBF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33192-C9B4-88C6-1F54-C2EAF1CFE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E2EEB-1B86-0E8D-51C4-A42D8145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E5AB1-1A20-42E0-7C7C-29F54DA53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0A0C6-F53C-972A-73C5-1708113E7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3387F4-82F1-B6B3-DC8F-A3FE9211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C3179-D046-E796-6636-06E3DEFA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6C1F4-7CB4-C0FE-20A8-58B025F7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9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0C7E-6895-D271-94E0-15DEF057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09998F-3D0D-54AC-86FE-F8A73014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AD65B-C5A3-1457-0079-229B83B1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F1A14-DC0F-7EC9-0BE2-114F4664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5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AB353-C1DA-92EF-0B88-AE073D28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E42B8-3684-7B32-52BE-94003C83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57EF2-C5D4-90E2-E7CE-C224A616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7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287E-945F-C41E-1A7A-F59083E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452C1-5762-E4E6-F363-D7B1CFABB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F198E-1715-FF66-73A5-2499CAC33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3501A-0C5A-7D5E-46D8-371A5F24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79488-5EC3-6F9F-8510-EB80D213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B754B-8CFB-1172-658F-BCF2E2E8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6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D832-37A9-D142-BA21-D077E08B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68D80-1A76-2902-FB3B-717FCCAF1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72E0-0642-6795-A012-6188C024A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CCCD3-DE07-750B-BAAC-2667B451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DF171-BB5F-D670-4CDC-3C3D49FF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F8545-16A7-FF80-A7C2-028068C9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55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B9A7-4C5E-24A6-95BE-27C34035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1F188-93D0-8213-F8A4-0229AABD9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68357-290A-8B36-1112-54A9C43C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2A05F-0277-EE1D-5F56-C3FC568F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0AB00-B8AC-C04B-BACC-91C58ECA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6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79B47-AFF2-44AA-8D61-979A958BF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AD0EF-0D6F-E3C4-1360-4A3CA3589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F134C-E9A9-F466-5630-91125A74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F0FC-69D5-06E2-F262-51EBBC14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F9E15-7E3B-D6F7-9033-46784555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9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3585A-A236-71C2-1B42-0E4CA576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C6222-48D8-DB6E-9D03-7AFBAE1AB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150C8-66CB-0290-487B-1358DCA79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882FE-8E74-458D-B889-9A0A0BBB314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F330D-CC3F-04DB-5971-187BA3A99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F705C-3B0C-B7A4-68E0-D7D19149D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33A2B-69D9-43CB-8102-70DF6749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4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E739F-13AC-E44F-82FE-AECCDEA0B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Durak Card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B01F2-D909-4CD9-BE56-74022BE30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Made By:</a:t>
            </a:r>
          </a:p>
          <a:p>
            <a:r>
              <a:rPr lang="en-US"/>
              <a:t>Hanson Yang</a:t>
            </a:r>
          </a:p>
          <a:p>
            <a:r>
              <a:rPr lang="en-US"/>
              <a:t>Shon </a:t>
            </a:r>
            <a:r>
              <a:rPr lang="en-US" err="1"/>
              <a:t>Cherniavsky</a:t>
            </a:r>
          </a:p>
          <a:p>
            <a:r>
              <a:rPr lang="en-US"/>
              <a:t>Oliver </a:t>
            </a:r>
            <a:r>
              <a:rPr lang="en-US" err="1"/>
              <a:t>D'Avino</a:t>
            </a:r>
          </a:p>
        </p:txBody>
      </p:sp>
    </p:spTree>
    <p:extLst>
      <p:ext uri="{BB962C8B-B14F-4D97-AF65-F5344CB8AC3E}">
        <p14:creationId xmlns:p14="http://schemas.microsoft.com/office/powerpoint/2010/main" val="287613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D046CE-9FCE-8811-8C1C-A1D96CE8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96"/>
            <a:ext cx="12192000" cy="66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1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B007-9D37-413F-C16F-D03C9003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BF0D-B6D4-1E9B-834F-1C872BA8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574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Turn based card game</a:t>
            </a:r>
          </a:p>
          <a:p>
            <a:r>
              <a:rPr lang="en-US"/>
              <a:t>Attacker or Defender</a:t>
            </a:r>
          </a:p>
          <a:p>
            <a:r>
              <a:rPr lang="en-US"/>
              <a:t>Attacker attacks with one card</a:t>
            </a:r>
          </a:p>
          <a:p>
            <a:r>
              <a:rPr lang="en-US"/>
              <a:t>Defender defends with a better card of the same Suit or Empowered Suit</a:t>
            </a:r>
          </a:p>
          <a:p>
            <a:r>
              <a:rPr lang="en-US"/>
              <a:t>Back and forth</a:t>
            </a:r>
          </a:p>
          <a:p>
            <a:endParaRPr lang="en-US"/>
          </a:p>
          <a:p>
            <a:r>
              <a:rPr lang="en-US"/>
              <a:t>End of turn:</a:t>
            </a:r>
          </a:p>
          <a:p>
            <a:r>
              <a:rPr lang="en-US"/>
              <a:t>If defender couldn't defend: Pick up the cards</a:t>
            </a:r>
          </a:p>
          <a:p>
            <a:r>
              <a:rPr lang="en-US"/>
              <a:t>Or else the cards get discarded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3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F2D0-2654-F156-2AB2-F4B1B6C3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Features And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DF6EB-FD3D-35D7-3CDB-299035F0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3 Language Options (English, French, Spanish)</a:t>
            </a:r>
          </a:p>
          <a:p>
            <a:r>
              <a:rPr lang="en-US"/>
              <a:t>Being able to play against a bot (that plays well)</a:t>
            </a:r>
          </a:p>
          <a:p>
            <a:r>
              <a:rPr lang="en-US"/>
              <a:t>Being able to use other functionality in the game board while still awaiting for your play (Sorting deck, Switching pages)</a:t>
            </a:r>
          </a:p>
          <a:p>
            <a:r>
              <a:rPr lang="en-US"/>
              <a:t>Chat History of the turns and card played</a:t>
            </a:r>
          </a:p>
          <a:p>
            <a:r>
              <a:rPr lang="en-US"/>
              <a:t>Drawing the Decks</a:t>
            </a:r>
          </a:p>
          <a:p>
            <a:r>
              <a:rPr lang="en-US"/>
              <a:t>Switching pages to see more cards if you have more than 6 cards</a:t>
            </a:r>
          </a:p>
          <a:p>
            <a:r>
              <a:rPr lang="en-US"/>
              <a:t>Sorting your deck, and keeping the deck in that sorted way</a:t>
            </a:r>
          </a:p>
          <a:p>
            <a:r>
              <a:rPr lang="en-US"/>
              <a:t>Return to Main Menu when you finish the game and play another Round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275C-DF17-215B-81D4-0CE19A04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B7-A4CE-C11D-2F5F-85B72CF6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Showcasing the Bot's hand to see how many cards he has</a:t>
            </a:r>
          </a:p>
          <a:p>
            <a:r>
              <a:rPr lang="en-US"/>
              <a:t>Showcasing extra cards of the Bot if any in a label</a:t>
            </a:r>
          </a:p>
          <a:p>
            <a:r>
              <a:rPr lang="en-US"/>
              <a:t>Showcasing the number of cards in the draw deck</a:t>
            </a:r>
          </a:p>
          <a:p>
            <a:r>
              <a:rPr lang="en-US"/>
              <a:t>Showcasing the Empowered Suit once the draw deck is gone</a:t>
            </a:r>
          </a:p>
          <a:p>
            <a:r>
              <a:rPr lang="en-US"/>
              <a:t>Clearing the board when you end your turn</a:t>
            </a:r>
          </a:p>
          <a:p>
            <a:r>
              <a:rPr lang="en-US"/>
              <a:t>Automatically determines the next attacker and defender after the turn end based on the winner and loser of the turn</a:t>
            </a:r>
          </a:p>
          <a:p>
            <a:r>
              <a:rPr lang="en-US"/>
              <a:t>Your hand and the Bot's hand gets refreshed in real time when you or the bot plays a card or picks up cards.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8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F9E7-06CF-2804-8A35-5BC7B5FF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Features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3C55-59CB-AABE-E20E-48F93E2C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 small delay before the Bot decides its turn (instead of instant)</a:t>
            </a:r>
          </a:p>
          <a:p>
            <a:r>
              <a:rPr lang="en-US"/>
              <a:t>When you are hovering over the drawing deck, it's highlighted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3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A6DF-42D7-35B0-0A9C-68CDE730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Valid/Invalid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997D-E791-004D-67D7-4B11EC839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21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You can only Press the end turn button once per turn or else it wont do anything even if you press it</a:t>
            </a:r>
          </a:p>
          <a:p>
            <a:r>
              <a:rPr lang="en-US"/>
              <a:t>You can only defend card if the Bot attacked you</a:t>
            </a:r>
          </a:p>
          <a:p>
            <a:r>
              <a:rPr lang="en-US"/>
              <a:t>You can only attack once and you need to wait for the Bot to defend before attacking again</a:t>
            </a:r>
          </a:p>
          <a:p>
            <a:r>
              <a:rPr lang="en-US"/>
              <a:t>You and the bot can only attack 6 times per turn</a:t>
            </a:r>
          </a:p>
          <a:p>
            <a:r>
              <a:rPr lang="en-US"/>
              <a:t>You can only go to next and previous pages of your hand if you hand has more cards</a:t>
            </a:r>
          </a:p>
          <a:p>
            <a:r>
              <a:rPr lang="en-US"/>
              <a:t>You can only draw from the deck when the turn ends and you have less than 6 cards</a:t>
            </a:r>
          </a:p>
        </p:txBody>
      </p:sp>
    </p:spTree>
    <p:extLst>
      <p:ext uri="{BB962C8B-B14F-4D97-AF65-F5344CB8AC3E}">
        <p14:creationId xmlns:p14="http://schemas.microsoft.com/office/powerpoint/2010/main" val="295877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D2B5-A8D5-F577-10BF-01C810E1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Valid/Invalid Input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3FA34-B61C-B6F4-ED4B-BD224478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You can only attack if the attacking card number is on the board (except for the first attack)</a:t>
            </a:r>
          </a:p>
          <a:p>
            <a:r>
              <a:rPr lang="en-US"/>
              <a:t>You can only defend with a card of same suit (or empowered) and that is stronger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6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13714-E52A-6F9A-D349-A834F415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Challenges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9228-0E0E-EC26-266F-9DE2836F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Github merging (wasted 2 hours)</a:t>
            </a:r>
          </a:p>
          <a:p>
            <a:r>
              <a:rPr lang="en-US" sz="2200"/>
              <a:t>Dealing with async and await (wasted 3-4 hours)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614022D-5629-0A91-95DD-4192EC06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66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2824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mera lens close up">
            <a:extLst>
              <a:ext uri="{FF2B5EF4-FFF2-40B4-BE49-F238E27FC236}">
                <a16:creationId xmlns:a16="http://schemas.microsoft.com/office/drawing/2014/main" id="{5548F7C9-03D9-2FD2-6E9A-CE68D0D9F9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5" r="-2" b="-2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ABB3B-5F37-0A28-CEA1-760ED025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6370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f7f5f6-ebae-4d74-8e50-1db3b13797c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FD386F7DCDB94EB88690CADBE8F25C" ma:contentTypeVersion="9" ma:contentTypeDescription="Create a new document." ma:contentTypeScope="" ma:versionID="94bac1428622d649939436fe09e02e1d">
  <xsd:schema xmlns:xsd="http://www.w3.org/2001/XMLSchema" xmlns:xs="http://www.w3.org/2001/XMLSchema" xmlns:p="http://schemas.microsoft.com/office/2006/metadata/properties" xmlns:ns3="30f7f5f6-ebae-4d74-8e50-1db3b13797c5" xmlns:ns4="1e8aa823-abf5-4a49-a43f-82e69539e966" targetNamespace="http://schemas.microsoft.com/office/2006/metadata/properties" ma:root="true" ma:fieldsID="ace92aac9984b62e2da694be44a1c595" ns3:_="" ns4:_="">
    <xsd:import namespace="30f7f5f6-ebae-4d74-8e50-1db3b13797c5"/>
    <xsd:import namespace="1e8aa823-abf5-4a49-a43f-82e69539e9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f7f5f6-ebae-4d74-8e50-1db3b13797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8aa823-abf5-4a49-a43f-82e69539e96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E705D2-9BA4-4282-802B-1467C78618B4}">
  <ds:schemaRefs>
    <ds:schemaRef ds:uri="1e8aa823-abf5-4a49-a43f-82e69539e966"/>
    <ds:schemaRef ds:uri="30f7f5f6-ebae-4d74-8e50-1db3b1379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517C7C-5597-4F1B-B74D-91C070644FB5}">
  <ds:schemaRefs>
    <ds:schemaRef ds:uri="1e8aa823-abf5-4a49-a43f-82e69539e966"/>
    <ds:schemaRef ds:uri="30f7f5f6-ebae-4d74-8e50-1db3b1379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2F4963-5FF5-4B10-870E-599C1717DC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Durak Card Game</vt:lpstr>
      <vt:lpstr>PowerPoint Presentation</vt:lpstr>
      <vt:lpstr>Quick Rules</vt:lpstr>
      <vt:lpstr>Main Features And Achievements</vt:lpstr>
      <vt:lpstr>Additional Features</vt:lpstr>
      <vt:lpstr>Additional Features (cont.)</vt:lpstr>
      <vt:lpstr>Valid/Invalid Input</vt:lpstr>
      <vt:lpstr>Valid/Invalid Input (cont.)</vt:lpstr>
      <vt:lpstr>Challenges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Shon Cherniavsky</dc:creator>
  <cp:revision>1</cp:revision>
  <dcterms:created xsi:type="dcterms:W3CDTF">2025-12-10T20:04:16Z</dcterms:created>
  <dcterms:modified xsi:type="dcterms:W3CDTF">2025-12-10T21:09:36Z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0x01010010FD386F7DCDB94EB88690CADBE8F25C</vt:lpwstr>
  </property>
</Properties>
</file>